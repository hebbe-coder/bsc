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A项目 业务共创汇报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