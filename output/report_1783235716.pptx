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58A6FF"/>
                </a:solidFill>
              </a:defRPr>
            </a:pPr>
            <a:r>
              <a:t>Business System Report</a:t>
            </a:r>
          </a:p>
          <a:p>
            <a:pPr>
              <a:defRPr sz="1800">
                <a:solidFill>
                  <a:srgbClr val="8B949E"/>
                </a:solidFill>
              </a:defRPr>
            </a:pPr>
            <a:r>
              <a:t>Domain: content_moderation | BSC Studio v5.0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Business Objectives</a:t>
            </a:r>
          </a:p>
          <a:p>
            <a:pPr>
              <a:spcAft>
                <a:spcPts val="800"/>
              </a:spcAft>
              <a:defRPr sz="1600">
                <a:solidFill>
                  <a:srgbClr val="E6EDF3"/>
                </a:solidFill>
              </a:defRPr>
            </a:pPr>
            <a:r>
              <a:t>• Content moderation system PRD: automated review with human escalation, SLA 4 hours, target accuracy 95%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Business Processes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1. review with human escalation, sla 4 hours, target accuracy 95%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KPI System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Content mode — Target: TBD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target — Target: TBD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SLA — Target: TBD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accuracy — Target: TBD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58A6FF"/>
                </a:solidFill>
              </a:defRPr>
            </a:pPr>
            <a:r>
              <a:t>Risk Assessment</a:t>
            </a:r>
          </a:p>
          <a:p>
            <a:pPr>
              <a:spcAft>
                <a:spcPts val="600"/>
              </a:spcAft>
              <a:defRPr sz="1400">
                <a:solidFill>
                  <a:srgbClr val="E6EDF3"/>
                </a:solidFill>
              </a:defRPr>
            </a:pPr>
            <a:r>
              <a:t>• [MEDIUM] Insufficient data to identify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