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80360"/>
            <a:ext cx="64008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</a:defRPr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 CONFIDENTIAL  |  Bidding Proposal  |  BSC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19" y="3200400"/>
            <a:ext cx="1371600" cy="1097280"/>
          </a:xfrm>
          <a:prstGeom prst="rect">
            <a:avLst/>
          </a:prstGeom>
          <a:solidFill>
            <a:srgbClr val="C9A84C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161A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00400"/>
            <a:ext cx="1371600" cy="1097280"/>
          </a:xfrm>
          <a:prstGeom prst="rect">
            <a:avLst/>
          </a:prstGeom>
          <a:solidFill>
            <a:srgbClr val="5A9E96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926080"/>
            <a:ext cx="36576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B8B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9E9E"/>
                </a:solidFill>
              </a:defRPr>
            </a:pPr>
            <a:r>
              <a:t>Confidential  |  BSC Engine  |  Prepared for Executive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