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58A6FF"/>
                </a:solidFill>
              </a:defRPr>
            </a:pPr>
            <a:r>
              <a:t>Business System Report</a:t>
            </a:r>
          </a:p>
          <a:p>
            <a:pPr>
              <a:defRPr sz="1800">
                <a:solidFill>
                  <a:srgbClr val="8B949E"/>
                </a:solidFill>
              </a:defRPr>
            </a:pPr>
            <a:r>
              <a:t>Domain: 企业服务 | BSC Studio v5.0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Business Objectives</a:t>
            </a:r>
          </a:p>
          <a:p>
            <a:pPr>
              <a:spcAft>
                <a:spcPts val="800"/>
              </a:spcAft>
              <a:defRPr sz="1600">
                <a:solidFill>
                  <a:srgbClr val="E6EDF3"/>
                </a:solidFill>
              </a:defRPr>
            </a:pPr>
            <a:r>
              <a:t>• {'objective': '效率提升', 'target': '达成年度目标', 'priority': 'high'}</a:t>
            </a:r>
          </a:p>
          <a:p>
            <a:pPr>
              <a:spcAft>
                <a:spcPts val="800"/>
              </a:spcAft>
              <a:defRPr sz="1600">
                <a:solidFill>
                  <a:srgbClr val="E6EDF3"/>
                </a:solidFill>
              </a:defRPr>
            </a:pPr>
            <a:r>
              <a:t>• {'objective': '流程优化', 'target': '提升工作效率', 'priority': 'high'}</a:t>
            </a:r>
          </a:p>
          <a:p>
            <a:pPr>
              <a:spcAft>
                <a:spcPts val="800"/>
              </a:spcAft>
              <a:defRPr sz="1600">
                <a:solidFill>
                  <a:srgbClr val="E6EDF3"/>
                </a:solidFill>
              </a:defRPr>
            </a:pPr>
            <a:r>
              <a:t>• {'objective': '数据驱动', 'target': '关键指标可视化', 'priority': 'medium'}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Business Processes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1. 请求接收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2. 智能分类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3. 专业处理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4. 质量审核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5. 结果交付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KPI System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• 处理准确率 — Target: &gt;=95%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• 处理效率 — Target: 提升20%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Risk Assessment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• [MEDIUM] {'risk': '处理瓶颈导致SLA违约', 'severity': 'high', 'probability': 'medium', 'mitigation': '提升自动化率'}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• [MEDIUM] {'risk': '人员流失风险', 'severity': 'medium', 'probability': 'medium', 'mitigation': '薪酬优化'}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