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716C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716C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29E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C489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A34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C262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C191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可量化指标与目标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580C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4899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923C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580C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4899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风险矩阵与应对策略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DC2626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C191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分阶段交付计划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78716C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29E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