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路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路  1 Modules  路  1 Processes  路  1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  <a:latin typeface="Inter"/>
              </a:defRPr>
            </a:pPr>
            <a:r>
              <a:t>63.8/100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warning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路  {'node': 'Core Process', 'type': 'unowned_step', 'severity': 'medium', 'impact': 'Process step has no human owner assigned.', 'fix': "Assign a responsible role to 'Core Process'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路  {'node': 'Core Process', 'type': 'dead_end', 'severity': 'low', 'impact': 'Process step has no defined next step.', 'fix': 'Define output or termination condition.'}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Operator??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Core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Core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Efficiency: 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&gt;=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output/input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Improve overall business system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P:critical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P:low ROI:—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