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-914400"/>
            <a:ext cx="3657600" cy="3657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0"/>
            <a:ext cx="3200400" cy="3200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4864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B2BEC3"/>
                </a:solidFill>
                <a:latin typeface="Segoe UI"/>
              </a:defRPr>
            </a:pPr>
            <a:r>
              <a:t>BSC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E86AB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Domain: content-safety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Generated: 2026-07-03 22:13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36E72"/>
                </a:solidFill>
                <a:latin typeface="Segoe U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metrics &amp; business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E86A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Process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KPIs Tracked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CA02C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Risks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8315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5176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636E72"/>
                </a:solidFill>
                <a:latin typeface="Segoe UI"/>
              </a:defRPr>
            </a:pPr>
            <a: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3A5C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Content Ingestion  —  Platform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AI Screening Engine  —  ML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Human Review Workbench  —  Operations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Operations Analytics  —  Data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Process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Submit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AI Auto-Screening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Risk Classification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Human Review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Review Decision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Publish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Notify Rejection 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System component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4864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Content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Accepts user-submitted content via API and web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Platform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4864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AI Screening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743200"/>
            <a:ext cx="1097280" cy="32004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54864" cy="21031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Human Review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Review queue for flagged content with 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12064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406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Depends on: ai-screening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4864" cy="21031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Operations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Real-time dashboards for throughput and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Data Team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51206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End-to-end process with roles &amp;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219156" cy="164592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Submit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Content Creator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7836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3284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16436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7876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Auto-Screening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7876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7876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0.002h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75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2820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901352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279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279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669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117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269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709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709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709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24.0h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2585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8033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071185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625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625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750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8295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56102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754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Publish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754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418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67866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41018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458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 Rejection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458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Legend: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5577840"/>
            <a:ext cx="182880" cy="1828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577840"/>
            <a:ext cx="182880" cy="182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5577840"/>
            <a:ext cx="182880" cy="1828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5577840"/>
            <a:ext cx="182880" cy="18288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5577840"/>
            <a:ext cx="182880" cy="18288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performance indicators &amp;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92608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Daily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processed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Avg Screening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sum(screen_ms) / count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Screening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correct / total *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fp / total_flagged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 Queue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count(pending)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Reviewer Utilization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active / shift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70-85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Cost Per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total_cost /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 Compliance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sla_met / total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KpiBranch.RISK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Risk assessment &amp; mitigation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AI 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Weekly model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Reviewer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Mandatory breaks + rotation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Team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1360" y="141732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Peak Volume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Auto-scale reviewer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65760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79476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81304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API Downtime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148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3484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Multi-region failover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5029200"/>
            <a:ext cx="274320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-457200"/>
            <a:ext cx="228600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1. Review and validate the business system model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2. Align stakeholders on KPIs and SLA targets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3. Implement monitoring dashboards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4. Conduct risk mitigation planning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5. Schedule 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36E72"/>
                </a:solidFill>
                <a:latin typeface="Segoe UI"/>
              </a:defRPr>
            </a:pPr>
            <a:r>
              <a:t>Generated by BSC · Business System 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