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B5CF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1F5F9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F1F5F9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1F5F9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可量化指标与目标</a:t>
            </a:r>
          </a:p>
        </p:txBody>
      </p:sp>
      <p:pic>
        <p:nvPicPr>
          <p:cNvPr id="6" name="Picture 5" descr="chart_bar_d5a1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5CF6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D3EE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5CF6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风险矩阵与应对策略</a:t>
            </a:r>
          </a:p>
        </p:txBody>
      </p:sp>
      <p:pic>
        <p:nvPicPr>
          <p:cNvPr id="6" name="Picture 5" descr="chart_pie_b5f013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1F5F9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rial"/>
              </a:defRPr>
            </a:pPr>
            <a:r>
              <a:t>分阶段交付计划</a:t>
            </a:r>
          </a:p>
        </p:txBody>
      </p:sp>
      <p:pic>
        <p:nvPicPr>
          <p:cNvPr id="6" name="Picture 5" descr="chart_gantt_1a1b59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4748B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