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1ec5f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147b9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a2379b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