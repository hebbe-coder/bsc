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3d7305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9f8c7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52003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