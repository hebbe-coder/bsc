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产品需求文档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行业：retail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产品需求文档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一、项目背景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二、业务目标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2.1 短期目标（1-3个月）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2.2 中期目标（3-6个月）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2.3 长期目标（6-12个月）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三、核心功能模块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3.1 商品管理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3.2 订单系统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3.3 用户中心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四、用户角色与权限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4.1 消费者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4.2 商家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4.3 平台运营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五、业务流程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5.1 购物流程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5.2 订单处理流程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5.3 支付流程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六、非功能需求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6.1 性能要求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6.2 安全要求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七、成功标准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7.1 业务指标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7.2 技术指标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八、项目里程碑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九、风险评估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