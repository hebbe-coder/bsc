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e31b7f08-066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D4D2"/>
                </a:solidFill>
                <a:latin typeface="Inter"/>
              </a:defRPr>
            </a:pPr>
            <a:r>
              <a:t>Business System Blueprint  · 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JetBrains Mono"/>
              </a:defRPr>
            </a:pPr>
            <a:r>
              <a:t>Generated by BSC Studio  ·  1 Modules  ·  1 Processes  ·  1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High-level overview of the business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  <a:latin typeface="Inter"/>
              </a:defRPr>
            </a:pPr>
            <a:r>
              <a:t>63.8/100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Health Status: warning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Top Bottlenecks: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'unowned_step', 'severity': 'medium', 'impact': 'Process step has no human owner assigned.', 'fix': "Assign a responsible role to 'Core Process'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'dead_end', 'severity': 'low', 'impact': 'Process step has no defined next step.', 'fix': 'Define output or termination condition.'}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Core business components and their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Operator??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Core business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Workflow &amp;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End-to-end business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047" y="2926080"/>
            <a:ext cx="1371600" cy="1097280"/>
          </a:xfrm>
          <a:prstGeom prst="roundRect">
            <a:avLst/>
          </a:prstGeom>
          <a:solidFill>
            <a:srgbClr val="F0F0EE"/>
          </a:solidFill>
          <a:ln w="1905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0148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Core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148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737373"/>
                </a:solidFill>
                <a:latin typeface="Inter"/>
              </a:defRPr>
            </a:pPr>
            <a:r>
              <a:t>Key Metrics:  Efficiency: &gt;=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KPI &amp; Metrics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Measurable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&gt;=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output/input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Risk analysis and control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Mitigation: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Strategic recommendations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556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Improve overall business system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755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P:critical ROI:—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844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P:low ROI:—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