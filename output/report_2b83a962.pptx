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可量化指标与目标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风险矩阵与应对策略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分阶段交付计划</a:t>
            </a:r>
          </a:p>
        </p:txBody>
      </p:sp>
      <p:sp>
        <p:nvSpPr>
          <p:cNvPr id="6" name="Rectangle 5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