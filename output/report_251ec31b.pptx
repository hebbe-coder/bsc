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716C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716C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29E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A580C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C489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A34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C262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C191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C191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8716C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C191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191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36fb1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580C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4899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923C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6A34A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A580C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C4899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8ccb3a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DC2626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CA8A04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191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8716C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A580C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A8A29E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A34A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A8A29E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C191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C191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8716C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6A34A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C191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8716C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ca74d0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C4899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923C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8716C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191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78716C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8A29E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A8A29E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