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8716C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917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8716C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29E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A580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C489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A34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C262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C191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可量化指标与目标</a:t>
            </a:r>
          </a:p>
        </p:txBody>
      </p:sp>
      <p:pic>
        <p:nvPicPr>
          <p:cNvPr id="6" name="Picture 5" descr="chart_bar_3f246e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580C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4899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B923C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580C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4899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风险矩阵与应对策略</a:t>
            </a:r>
          </a:p>
        </p:txBody>
      </p:sp>
      <p:pic>
        <p:nvPicPr>
          <p:cNvPr id="6" name="Picture 5" descr="chart_pie_044162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DC2626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C191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分阶段交付计划</a:t>
            </a:r>
          </a:p>
        </p:txBody>
      </p:sp>
      <p:pic>
        <p:nvPicPr>
          <p:cNvPr id="6" name="Picture 5" descr="chart_gantt_3756c3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917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78716C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29E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