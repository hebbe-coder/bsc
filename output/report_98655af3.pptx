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B5CF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1F5F9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8fcbd4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D3EE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1b01a2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1F5F9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7b66d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